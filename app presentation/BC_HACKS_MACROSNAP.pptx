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6"/>
  </p:notesMasterIdLst>
  <p:sldIdLst>
    <p:sldId id="266" r:id="rId5"/>
    <p:sldId id="257" r:id="rId6"/>
    <p:sldId id="273" r:id="rId7"/>
    <p:sldId id="267" r:id="rId8"/>
    <p:sldId id="274" r:id="rId9"/>
    <p:sldId id="268" r:id="rId10"/>
    <p:sldId id="269" r:id="rId11"/>
    <p:sldId id="270" r:id="rId12"/>
    <p:sldId id="275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7368F7-74E6-4F26-9BDB-86539C7D3CD6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C6D725D-977D-41D7-8132-041903024283}">
      <dgm:prSet/>
      <dgm:spPr/>
      <dgm:t>
        <a:bodyPr/>
        <a:lstStyle/>
        <a:p>
          <a:r>
            <a:rPr lang="en-US" b="1" baseline="0"/>
            <a:t>Manual Tracking Hassles</a:t>
          </a:r>
          <a:endParaRPr lang="en-US"/>
        </a:p>
      </dgm:t>
    </dgm:pt>
    <dgm:pt modelId="{05E6CE58-2BFC-49AF-9F71-AF1B3C7939A8}" type="parTrans" cxnId="{CB640EAA-C14D-496A-B978-56565F4C200F}">
      <dgm:prSet/>
      <dgm:spPr/>
      <dgm:t>
        <a:bodyPr/>
        <a:lstStyle/>
        <a:p>
          <a:endParaRPr lang="en-US"/>
        </a:p>
      </dgm:t>
    </dgm:pt>
    <dgm:pt modelId="{F6D4C964-8CA4-456A-BB19-4694605005A5}" type="sibTrans" cxnId="{CB640EAA-C14D-496A-B978-56565F4C200F}">
      <dgm:prSet/>
      <dgm:spPr/>
      <dgm:t>
        <a:bodyPr/>
        <a:lstStyle/>
        <a:p>
          <a:endParaRPr lang="en-US"/>
        </a:p>
      </dgm:t>
    </dgm:pt>
    <dgm:pt modelId="{C9B7D6DE-B25A-4D5B-A5B5-84B1A36ADAF8}">
      <dgm:prSet/>
      <dgm:spPr/>
      <dgm:t>
        <a:bodyPr/>
        <a:lstStyle/>
        <a:p>
          <a:r>
            <a:rPr lang="en-US" b="1" baseline="0"/>
            <a:t>Lack of Nutritional Awareness</a:t>
          </a:r>
          <a:endParaRPr lang="en-US"/>
        </a:p>
      </dgm:t>
    </dgm:pt>
    <dgm:pt modelId="{ADCA1B0D-8B6D-46AC-B0A2-C36750F2FD68}" type="parTrans" cxnId="{AF301324-2599-4AA9-B430-79FD92501B00}">
      <dgm:prSet/>
      <dgm:spPr/>
      <dgm:t>
        <a:bodyPr/>
        <a:lstStyle/>
        <a:p>
          <a:endParaRPr lang="en-US"/>
        </a:p>
      </dgm:t>
    </dgm:pt>
    <dgm:pt modelId="{91EB9CCB-D35C-463A-A8ED-0B9168785FA2}" type="sibTrans" cxnId="{AF301324-2599-4AA9-B430-79FD92501B00}">
      <dgm:prSet/>
      <dgm:spPr/>
      <dgm:t>
        <a:bodyPr/>
        <a:lstStyle/>
        <a:p>
          <a:endParaRPr lang="en-US"/>
        </a:p>
      </dgm:t>
    </dgm:pt>
    <dgm:pt modelId="{C8014907-063F-4FB6-A74A-721DB7B42F9D}">
      <dgm:prSet/>
      <dgm:spPr/>
      <dgm:t>
        <a:bodyPr/>
        <a:lstStyle/>
        <a:p>
          <a:r>
            <a:rPr lang="en-US" b="1" baseline="0"/>
            <a:t>Difficulty in Maintaining Diet Goals</a:t>
          </a:r>
          <a:endParaRPr lang="en-US"/>
        </a:p>
      </dgm:t>
    </dgm:pt>
    <dgm:pt modelId="{CE2A0639-A0AC-4817-9D00-89B24B05B5C6}" type="parTrans" cxnId="{62C85586-C09F-4BC0-9AEB-9F2ED1FBAE88}">
      <dgm:prSet/>
      <dgm:spPr/>
      <dgm:t>
        <a:bodyPr/>
        <a:lstStyle/>
        <a:p>
          <a:endParaRPr lang="en-US"/>
        </a:p>
      </dgm:t>
    </dgm:pt>
    <dgm:pt modelId="{23B521C4-C927-41BB-A471-6D4166725A06}" type="sibTrans" cxnId="{62C85586-C09F-4BC0-9AEB-9F2ED1FBAE88}">
      <dgm:prSet/>
      <dgm:spPr/>
      <dgm:t>
        <a:bodyPr/>
        <a:lstStyle/>
        <a:p>
          <a:endParaRPr lang="en-US"/>
        </a:p>
      </dgm:t>
    </dgm:pt>
    <dgm:pt modelId="{26A28B25-FE25-4223-99EB-80F8A60330D1}">
      <dgm:prSet/>
      <dgm:spPr/>
      <dgm:t>
        <a:bodyPr/>
        <a:lstStyle/>
        <a:p>
          <a:r>
            <a:rPr lang="en-US" b="1" baseline="0"/>
            <a:t>Calorie Counting Confusion</a:t>
          </a:r>
          <a:endParaRPr lang="en-US"/>
        </a:p>
      </dgm:t>
    </dgm:pt>
    <dgm:pt modelId="{71E9FFBC-53FD-4BC5-952A-26FC1CEBE78C}" type="parTrans" cxnId="{5AEE41FD-5C57-4076-928D-8A41DDD5C5D4}">
      <dgm:prSet/>
      <dgm:spPr/>
      <dgm:t>
        <a:bodyPr/>
        <a:lstStyle/>
        <a:p>
          <a:endParaRPr lang="en-US"/>
        </a:p>
      </dgm:t>
    </dgm:pt>
    <dgm:pt modelId="{84E5CF1A-B707-4EFD-943E-0E8000E624ED}" type="sibTrans" cxnId="{5AEE41FD-5C57-4076-928D-8A41DDD5C5D4}">
      <dgm:prSet/>
      <dgm:spPr/>
      <dgm:t>
        <a:bodyPr/>
        <a:lstStyle/>
        <a:p>
          <a:endParaRPr lang="en-US"/>
        </a:p>
      </dgm:t>
    </dgm:pt>
    <dgm:pt modelId="{6F0CFFE9-B814-4EE5-83D5-7E0AC7DD55C7}">
      <dgm:prSet/>
      <dgm:spPr/>
      <dgm:t>
        <a:bodyPr/>
        <a:lstStyle/>
        <a:p>
          <a:r>
            <a:rPr lang="en-US" b="1" baseline="0"/>
            <a:t>Unreliable Portion Estimations and lack of information</a:t>
          </a:r>
          <a:endParaRPr lang="en-US"/>
        </a:p>
      </dgm:t>
    </dgm:pt>
    <dgm:pt modelId="{ECD1F2F4-0832-41C8-B353-D847870A2780}" type="parTrans" cxnId="{03BB36B0-0CFA-48F4-8FDA-6A1C20854964}">
      <dgm:prSet/>
      <dgm:spPr/>
      <dgm:t>
        <a:bodyPr/>
        <a:lstStyle/>
        <a:p>
          <a:endParaRPr lang="en-US"/>
        </a:p>
      </dgm:t>
    </dgm:pt>
    <dgm:pt modelId="{8B0D781A-7145-4DD1-831E-8CE7D0E3C382}" type="sibTrans" cxnId="{03BB36B0-0CFA-48F4-8FDA-6A1C20854964}">
      <dgm:prSet/>
      <dgm:spPr/>
      <dgm:t>
        <a:bodyPr/>
        <a:lstStyle/>
        <a:p>
          <a:endParaRPr lang="en-US"/>
        </a:p>
      </dgm:t>
    </dgm:pt>
    <dgm:pt modelId="{51B42DC1-0580-42C1-965D-624B553F16F6}">
      <dgm:prSet/>
      <dgm:spPr/>
      <dgm:t>
        <a:bodyPr/>
        <a:lstStyle/>
        <a:p>
          <a:r>
            <a:rPr lang="en-US" b="1" baseline="0"/>
            <a:t>Diet Management for Busy Lifestyles</a:t>
          </a:r>
          <a:endParaRPr lang="en-US"/>
        </a:p>
      </dgm:t>
    </dgm:pt>
    <dgm:pt modelId="{ADB73BB5-5760-4544-89F9-75D7D34A9C51}" type="parTrans" cxnId="{D5C1BAD5-ADEB-44EC-863F-79D6FC49E3AD}">
      <dgm:prSet/>
      <dgm:spPr/>
      <dgm:t>
        <a:bodyPr/>
        <a:lstStyle/>
        <a:p>
          <a:endParaRPr lang="en-US"/>
        </a:p>
      </dgm:t>
    </dgm:pt>
    <dgm:pt modelId="{AC832B7B-7637-4396-A78C-09553AEBD092}" type="sibTrans" cxnId="{D5C1BAD5-ADEB-44EC-863F-79D6FC49E3AD}">
      <dgm:prSet/>
      <dgm:spPr/>
      <dgm:t>
        <a:bodyPr/>
        <a:lstStyle/>
        <a:p>
          <a:endParaRPr lang="en-US"/>
        </a:p>
      </dgm:t>
    </dgm:pt>
    <dgm:pt modelId="{01941551-7FE9-F143-9653-F0CEC46BCC69}" type="pres">
      <dgm:prSet presAssocID="{E67368F7-74E6-4F26-9BDB-86539C7D3CD6}" presName="vert0" presStyleCnt="0">
        <dgm:presLayoutVars>
          <dgm:dir/>
          <dgm:animOne val="branch"/>
          <dgm:animLvl val="lvl"/>
        </dgm:presLayoutVars>
      </dgm:prSet>
      <dgm:spPr/>
    </dgm:pt>
    <dgm:pt modelId="{6FBCBE3A-E60B-2C40-ABB7-80BEC9313957}" type="pres">
      <dgm:prSet presAssocID="{CC6D725D-977D-41D7-8132-041903024283}" presName="thickLine" presStyleLbl="alignNode1" presStyleIdx="0" presStyleCnt="6"/>
      <dgm:spPr/>
    </dgm:pt>
    <dgm:pt modelId="{4E7AF479-D680-734A-ABF5-65F18C1203EE}" type="pres">
      <dgm:prSet presAssocID="{CC6D725D-977D-41D7-8132-041903024283}" presName="horz1" presStyleCnt="0"/>
      <dgm:spPr/>
    </dgm:pt>
    <dgm:pt modelId="{6106AD2E-A35E-E94C-8DFF-E0D4D652A627}" type="pres">
      <dgm:prSet presAssocID="{CC6D725D-977D-41D7-8132-041903024283}" presName="tx1" presStyleLbl="revTx" presStyleIdx="0" presStyleCnt="6"/>
      <dgm:spPr/>
    </dgm:pt>
    <dgm:pt modelId="{20AC512E-1638-154E-A0BB-A191F8809DE3}" type="pres">
      <dgm:prSet presAssocID="{CC6D725D-977D-41D7-8132-041903024283}" presName="vert1" presStyleCnt="0"/>
      <dgm:spPr/>
    </dgm:pt>
    <dgm:pt modelId="{276BCCCA-0BA6-D24B-BE82-83E6EF74636F}" type="pres">
      <dgm:prSet presAssocID="{C9B7D6DE-B25A-4D5B-A5B5-84B1A36ADAF8}" presName="thickLine" presStyleLbl="alignNode1" presStyleIdx="1" presStyleCnt="6"/>
      <dgm:spPr/>
    </dgm:pt>
    <dgm:pt modelId="{0FC3965B-A49C-D448-8DDB-A361998B101C}" type="pres">
      <dgm:prSet presAssocID="{C9B7D6DE-B25A-4D5B-A5B5-84B1A36ADAF8}" presName="horz1" presStyleCnt="0"/>
      <dgm:spPr/>
    </dgm:pt>
    <dgm:pt modelId="{FAE817F6-E31A-1747-852E-2633A4443B5B}" type="pres">
      <dgm:prSet presAssocID="{C9B7D6DE-B25A-4D5B-A5B5-84B1A36ADAF8}" presName="tx1" presStyleLbl="revTx" presStyleIdx="1" presStyleCnt="6"/>
      <dgm:spPr/>
    </dgm:pt>
    <dgm:pt modelId="{5768FC6D-4C46-0F4A-A73E-AC1DC72146C3}" type="pres">
      <dgm:prSet presAssocID="{C9B7D6DE-B25A-4D5B-A5B5-84B1A36ADAF8}" presName="vert1" presStyleCnt="0"/>
      <dgm:spPr/>
    </dgm:pt>
    <dgm:pt modelId="{4B0CFD52-43A6-AF48-BECF-6364563EDC67}" type="pres">
      <dgm:prSet presAssocID="{C8014907-063F-4FB6-A74A-721DB7B42F9D}" presName="thickLine" presStyleLbl="alignNode1" presStyleIdx="2" presStyleCnt="6"/>
      <dgm:spPr/>
    </dgm:pt>
    <dgm:pt modelId="{B7463B3D-1A0C-A545-9614-CF76F6EA3737}" type="pres">
      <dgm:prSet presAssocID="{C8014907-063F-4FB6-A74A-721DB7B42F9D}" presName="horz1" presStyleCnt="0"/>
      <dgm:spPr/>
    </dgm:pt>
    <dgm:pt modelId="{8EC0734D-73A2-0543-A393-F8D177A79735}" type="pres">
      <dgm:prSet presAssocID="{C8014907-063F-4FB6-A74A-721DB7B42F9D}" presName="tx1" presStyleLbl="revTx" presStyleIdx="2" presStyleCnt="6"/>
      <dgm:spPr/>
    </dgm:pt>
    <dgm:pt modelId="{3580DFC2-FDB3-D340-A436-6C90A219CB49}" type="pres">
      <dgm:prSet presAssocID="{C8014907-063F-4FB6-A74A-721DB7B42F9D}" presName="vert1" presStyleCnt="0"/>
      <dgm:spPr/>
    </dgm:pt>
    <dgm:pt modelId="{2271F627-57F6-1A4C-875F-D64B6C230BE4}" type="pres">
      <dgm:prSet presAssocID="{26A28B25-FE25-4223-99EB-80F8A60330D1}" presName="thickLine" presStyleLbl="alignNode1" presStyleIdx="3" presStyleCnt="6"/>
      <dgm:spPr/>
    </dgm:pt>
    <dgm:pt modelId="{AE3C2ECB-40AB-3E40-BDD7-1F87BB1F0C44}" type="pres">
      <dgm:prSet presAssocID="{26A28B25-FE25-4223-99EB-80F8A60330D1}" presName="horz1" presStyleCnt="0"/>
      <dgm:spPr/>
    </dgm:pt>
    <dgm:pt modelId="{EC5711CB-D41B-1F4F-9E7F-3872B2743417}" type="pres">
      <dgm:prSet presAssocID="{26A28B25-FE25-4223-99EB-80F8A60330D1}" presName="tx1" presStyleLbl="revTx" presStyleIdx="3" presStyleCnt="6"/>
      <dgm:spPr/>
    </dgm:pt>
    <dgm:pt modelId="{7F47EC94-342C-EA40-A085-A3742A760AB9}" type="pres">
      <dgm:prSet presAssocID="{26A28B25-FE25-4223-99EB-80F8A60330D1}" presName="vert1" presStyleCnt="0"/>
      <dgm:spPr/>
    </dgm:pt>
    <dgm:pt modelId="{EFAF4ED0-F891-DC4A-A9FA-59C49A9ECDEB}" type="pres">
      <dgm:prSet presAssocID="{6F0CFFE9-B814-4EE5-83D5-7E0AC7DD55C7}" presName="thickLine" presStyleLbl="alignNode1" presStyleIdx="4" presStyleCnt="6"/>
      <dgm:spPr/>
    </dgm:pt>
    <dgm:pt modelId="{28658869-78F7-124D-BB1A-10FE083762DB}" type="pres">
      <dgm:prSet presAssocID="{6F0CFFE9-B814-4EE5-83D5-7E0AC7DD55C7}" presName="horz1" presStyleCnt="0"/>
      <dgm:spPr/>
    </dgm:pt>
    <dgm:pt modelId="{F690CFF1-DF48-124F-BC20-A96A6EFB24AD}" type="pres">
      <dgm:prSet presAssocID="{6F0CFFE9-B814-4EE5-83D5-7E0AC7DD55C7}" presName="tx1" presStyleLbl="revTx" presStyleIdx="4" presStyleCnt="6"/>
      <dgm:spPr/>
    </dgm:pt>
    <dgm:pt modelId="{C6E582C0-BB66-CD4D-9963-7A95C781E84F}" type="pres">
      <dgm:prSet presAssocID="{6F0CFFE9-B814-4EE5-83D5-7E0AC7DD55C7}" presName="vert1" presStyleCnt="0"/>
      <dgm:spPr/>
    </dgm:pt>
    <dgm:pt modelId="{B08DD097-0608-C24B-9BB0-7AB0B8AAF63F}" type="pres">
      <dgm:prSet presAssocID="{51B42DC1-0580-42C1-965D-624B553F16F6}" presName="thickLine" presStyleLbl="alignNode1" presStyleIdx="5" presStyleCnt="6"/>
      <dgm:spPr/>
    </dgm:pt>
    <dgm:pt modelId="{74E65C51-E298-A242-8AA3-7A692B1C0F78}" type="pres">
      <dgm:prSet presAssocID="{51B42DC1-0580-42C1-965D-624B553F16F6}" presName="horz1" presStyleCnt="0"/>
      <dgm:spPr/>
    </dgm:pt>
    <dgm:pt modelId="{DD77FB25-BA9A-B141-A91D-1925C14985C5}" type="pres">
      <dgm:prSet presAssocID="{51B42DC1-0580-42C1-965D-624B553F16F6}" presName="tx1" presStyleLbl="revTx" presStyleIdx="5" presStyleCnt="6"/>
      <dgm:spPr/>
    </dgm:pt>
    <dgm:pt modelId="{1F0DFE80-F195-FE4B-A72D-CCDFC8D1FDD9}" type="pres">
      <dgm:prSet presAssocID="{51B42DC1-0580-42C1-965D-624B553F16F6}" presName="vert1" presStyleCnt="0"/>
      <dgm:spPr/>
    </dgm:pt>
  </dgm:ptLst>
  <dgm:cxnLst>
    <dgm:cxn modelId="{AF301324-2599-4AA9-B430-79FD92501B00}" srcId="{E67368F7-74E6-4F26-9BDB-86539C7D3CD6}" destId="{C9B7D6DE-B25A-4D5B-A5B5-84B1A36ADAF8}" srcOrd="1" destOrd="0" parTransId="{ADCA1B0D-8B6D-46AC-B0A2-C36750F2FD68}" sibTransId="{91EB9CCB-D35C-463A-A8ED-0B9168785FA2}"/>
    <dgm:cxn modelId="{C5996548-8089-7B47-8A58-8E9BB1CDE913}" type="presOf" srcId="{C8014907-063F-4FB6-A74A-721DB7B42F9D}" destId="{8EC0734D-73A2-0543-A393-F8D177A79735}" srcOrd="0" destOrd="0" presId="urn:microsoft.com/office/officeart/2008/layout/LinedList"/>
    <dgm:cxn modelId="{62C85586-C09F-4BC0-9AEB-9F2ED1FBAE88}" srcId="{E67368F7-74E6-4F26-9BDB-86539C7D3CD6}" destId="{C8014907-063F-4FB6-A74A-721DB7B42F9D}" srcOrd="2" destOrd="0" parTransId="{CE2A0639-A0AC-4817-9D00-89B24B05B5C6}" sibTransId="{23B521C4-C927-41BB-A471-6D4166725A06}"/>
    <dgm:cxn modelId="{F95E3796-9EA3-D043-A426-EEC5F1DAA573}" type="presOf" srcId="{26A28B25-FE25-4223-99EB-80F8A60330D1}" destId="{EC5711CB-D41B-1F4F-9E7F-3872B2743417}" srcOrd="0" destOrd="0" presId="urn:microsoft.com/office/officeart/2008/layout/LinedList"/>
    <dgm:cxn modelId="{AD9FD49B-921F-FC40-B6C7-B4B30D40DA56}" type="presOf" srcId="{6F0CFFE9-B814-4EE5-83D5-7E0AC7DD55C7}" destId="{F690CFF1-DF48-124F-BC20-A96A6EFB24AD}" srcOrd="0" destOrd="0" presId="urn:microsoft.com/office/officeart/2008/layout/LinedList"/>
    <dgm:cxn modelId="{CB640EAA-C14D-496A-B978-56565F4C200F}" srcId="{E67368F7-74E6-4F26-9BDB-86539C7D3CD6}" destId="{CC6D725D-977D-41D7-8132-041903024283}" srcOrd="0" destOrd="0" parTransId="{05E6CE58-2BFC-49AF-9F71-AF1B3C7939A8}" sibTransId="{F6D4C964-8CA4-456A-BB19-4694605005A5}"/>
    <dgm:cxn modelId="{03BB36B0-0CFA-48F4-8FDA-6A1C20854964}" srcId="{E67368F7-74E6-4F26-9BDB-86539C7D3CD6}" destId="{6F0CFFE9-B814-4EE5-83D5-7E0AC7DD55C7}" srcOrd="4" destOrd="0" parTransId="{ECD1F2F4-0832-41C8-B353-D847870A2780}" sibTransId="{8B0D781A-7145-4DD1-831E-8CE7D0E3C382}"/>
    <dgm:cxn modelId="{7860B2C8-CC7F-DA45-BB80-1817BA9C79FD}" type="presOf" srcId="{CC6D725D-977D-41D7-8132-041903024283}" destId="{6106AD2E-A35E-E94C-8DFF-E0D4D652A627}" srcOrd="0" destOrd="0" presId="urn:microsoft.com/office/officeart/2008/layout/LinedList"/>
    <dgm:cxn modelId="{D5C1BAD5-ADEB-44EC-863F-79D6FC49E3AD}" srcId="{E67368F7-74E6-4F26-9BDB-86539C7D3CD6}" destId="{51B42DC1-0580-42C1-965D-624B553F16F6}" srcOrd="5" destOrd="0" parTransId="{ADB73BB5-5760-4544-89F9-75D7D34A9C51}" sibTransId="{AC832B7B-7637-4396-A78C-09553AEBD092}"/>
    <dgm:cxn modelId="{7147B4EF-E7BA-DA4A-A266-9E044DAC9BDF}" type="presOf" srcId="{51B42DC1-0580-42C1-965D-624B553F16F6}" destId="{DD77FB25-BA9A-B141-A91D-1925C14985C5}" srcOrd="0" destOrd="0" presId="urn:microsoft.com/office/officeart/2008/layout/LinedList"/>
    <dgm:cxn modelId="{486708F5-2078-3D4A-ACDF-5A6814504D74}" type="presOf" srcId="{C9B7D6DE-B25A-4D5B-A5B5-84B1A36ADAF8}" destId="{FAE817F6-E31A-1747-852E-2633A4443B5B}" srcOrd="0" destOrd="0" presId="urn:microsoft.com/office/officeart/2008/layout/LinedList"/>
    <dgm:cxn modelId="{AB4A4DF8-4AA6-A64C-8262-76E6CD21D8C4}" type="presOf" srcId="{E67368F7-74E6-4F26-9BDB-86539C7D3CD6}" destId="{01941551-7FE9-F143-9653-F0CEC46BCC69}" srcOrd="0" destOrd="0" presId="urn:microsoft.com/office/officeart/2008/layout/LinedList"/>
    <dgm:cxn modelId="{5AEE41FD-5C57-4076-928D-8A41DDD5C5D4}" srcId="{E67368F7-74E6-4F26-9BDB-86539C7D3CD6}" destId="{26A28B25-FE25-4223-99EB-80F8A60330D1}" srcOrd="3" destOrd="0" parTransId="{71E9FFBC-53FD-4BC5-952A-26FC1CEBE78C}" sibTransId="{84E5CF1A-B707-4EFD-943E-0E8000E624ED}"/>
    <dgm:cxn modelId="{5AD85C5D-26E3-C646-9512-C8608FF2986F}" type="presParOf" srcId="{01941551-7FE9-F143-9653-F0CEC46BCC69}" destId="{6FBCBE3A-E60B-2C40-ABB7-80BEC9313957}" srcOrd="0" destOrd="0" presId="urn:microsoft.com/office/officeart/2008/layout/LinedList"/>
    <dgm:cxn modelId="{FF3167B6-1236-F141-9104-A51E30D5C9CE}" type="presParOf" srcId="{01941551-7FE9-F143-9653-F0CEC46BCC69}" destId="{4E7AF479-D680-734A-ABF5-65F18C1203EE}" srcOrd="1" destOrd="0" presId="urn:microsoft.com/office/officeart/2008/layout/LinedList"/>
    <dgm:cxn modelId="{132887B6-6DA2-9846-BDD6-FD37105D6AFE}" type="presParOf" srcId="{4E7AF479-D680-734A-ABF5-65F18C1203EE}" destId="{6106AD2E-A35E-E94C-8DFF-E0D4D652A627}" srcOrd="0" destOrd="0" presId="urn:microsoft.com/office/officeart/2008/layout/LinedList"/>
    <dgm:cxn modelId="{597D3467-8467-EE4C-BC0E-73C5B87E96CF}" type="presParOf" srcId="{4E7AF479-D680-734A-ABF5-65F18C1203EE}" destId="{20AC512E-1638-154E-A0BB-A191F8809DE3}" srcOrd="1" destOrd="0" presId="urn:microsoft.com/office/officeart/2008/layout/LinedList"/>
    <dgm:cxn modelId="{2508EFB0-839A-E841-85FE-514B1661D7A4}" type="presParOf" srcId="{01941551-7FE9-F143-9653-F0CEC46BCC69}" destId="{276BCCCA-0BA6-D24B-BE82-83E6EF74636F}" srcOrd="2" destOrd="0" presId="urn:microsoft.com/office/officeart/2008/layout/LinedList"/>
    <dgm:cxn modelId="{A0445452-B990-794A-BDE4-9B959FA2991F}" type="presParOf" srcId="{01941551-7FE9-F143-9653-F0CEC46BCC69}" destId="{0FC3965B-A49C-D448-8DDB-A361998B101C}" srcOrd="3" destOrd="0" presId="urn:microsoft.com/office/officeart/2008/layout/LinedList"/>
    <dgm:cxn modelId="{C3076718-7342-2A4F-BEA0-4FF1D29D5550}" type="presParOf" srcId="{0FC3965B-A49C-D448-8DDB-A361998B101C}" destId="{FAE817F6-E31A-1747-852E-2633A4443B5B}" srcOrd="0" destOrd="0" presId="urn:microsoft.com/office/officeart/2008/layout/LinedList"/>
    <dgm:cxn modelId="{600C1376-E69F-8C44-A30E-DEFE70A20714}" type="presParOf" srcId="{0FC3965B-A49C-D448-8DDB-A361998B101C}" destId="{5768FC6D-4C46-0F4A-A73E-AC1DC72146C3}" srcOrd="1" destOrd="0" presId="urn:microsoft.com/office/officeart/2008/layout/LinedList"/>
    <dgm:cxn modelId="{12AA34DC-C8A5-D14B-9F69-243C01B0847B}" type="presParOf" srcId="{01941551-7FE9-F143-9653-F0CEC46BCC69}" destId="{4B0CFD52-43A6-AF48-BECF-6364563EDC67}" srcOrd="4" destOrd="0" presId="urn:microsoft.com/office/officeart/2008/layout/LinedList"/>
    <dgm:cxn modelId="{EB0DC5BD-20A6-AC42-B9DF-354E8426BD47}" type="presParOf" srcId="{01941551-7FE9-F143-9653-F0CEC46BCC69}" destId="{B7463B3D-1A0C-A545-9614-CF76F6EA3737}" srcOrd="5" destOrd="0" presId="urn:microsoft.com/office/officeart/2008/layout/LinedList"/>
    <dgm:cxn modelId="{BED23026-3B4A-7046-98FF-B8BCDAACDD0B}" type="presParOf" srcId="{B7463B3D-1A0C-A545-9614-CF76F6EA3737}" destId="{8EC0734D-73A2-0543-A393-F8D177A79735}" srcOrd="0" destOrd="0" presId="urn:microsoft.com/office/officeart/2008/layout/LinedList"/>
    <dgm:cxn modelId="{F5EB5DD4-492E-E443-8FF5-2D323CD50102}" type="presParOf" srcId="{B7463B3D-1A0C-A545-9614-CF76F6EA3737}" destId="{3580DFC2-FDB3-D340-A436-6C90A219CB49}" srcOrd="1" destOrd="0" presId="urn:microsoft.com/office/officeart/2008/layout/LinedList"/>
    <dgm:cxn modelId="{1A262430-9DDD-4B46-BA88-7B7B3A06DB89}" type="presParOf" srcId="{01941551-7FE9-F143-9653-F0CEC46BCC69}" destId="{2271F627-57F6-1A4C-875F-D64B6C230BE4}" srcOrd="6" destOrd="0" presId="urn:microsoft.com/office/officeart/2008/layout/LinedList"/>
    <dgm:cxn modelId="{7ED6E7DA-6793-8D48-930C-EABA96EA5B1E}" type="presParOf" srcId="{01941551-7FE9-F143-9653-F0CEC46BCC69}" destId="{AE3C2ECB-40AB-3E40-BDD7-1F87BB1F0C44}" srcOrd="7" destOrd="0" presId="urn:microsoft.com/office/officeart/2008/layout/LinedList"/>
    <dgm:cxn modelId="{0ACB8C67-91BD-8A40-BE76-A680968765C9}" type="presParOf" srcId="{AE3C2ECB-40AB-3E40-BDD7-1F87BB1F0C44}" destId="{EC5711CB-D41B-1F4F-9E7F-3872B2743417}" srcOrd="0" destOrd="0" presId="urn:microsoft.com/office/officeart/2008/layout/LinedList"/>
    <dgm:cxn modelId="{21D1E581-1CF9-824E-A1F7-FDC1C973700E}" type="presParOf" srcId="{AE3C2ECB-40AB-3E40-BDD7-1F87BB1F0C44}" destId="{7F47EC94-342C-EA40-A085-A3742A760AB9}" srcOrd="1" destOrd="0" presId="urn:microsoft.com/office/officeart/2008/layout/LinedList"/>
    <dgm:cxn modelId="{C1AC34EE-08FD-C540-962F-37E30C45CCEA}" type="presParOf" srcId="{01941551-7FE9-F143-9653-F0CEC46BCC69}" destId="{EFAF4ED0-F891-DC4A-A9FA-59C49A9ECDEB}" srcOrd="8" destOrd="0" presId="urn:microsoft.com/office/officeart/2008/layout/LinedList"/>
    <dgm:cxn modelId="{1D012986-9BFD-DC48-96FE-B6B3D3F5B762}" type="presParOf" srcId="{01941551-7FE9-F143-9653-F0CEC46BCC69}" destId="{28658869-78F7-124D-BB1A-10FE083762DB}" srcOrd="9" destOrd="0" presId="urn:microsoft.com/office/officeart/2008/layout/LinedList"/>
    <dgm:cxn modelId="{70EAFC82-7E9F-2041-BDE7-C173F8110DA7}" type="presParOf" srcId="{28658869-78F7-124D-BB1A-10FE083762DB}" destId="{F690CFF1-DF48-124F-BC20-A96A6EFB24AD}" srcOrd="0" destOrd="0" presId="urn:microsoft.com/office/officeart/2008/layout/LinedList"/>
    <dgm:cxn modelId="{3EAB9780-124F-BC43-A4BB-3C92BCFBA522}" type="presParOf" srcId="{28658869-78F7-124D-BB1A-10FE083762DB}" destId="{C6E582C0-BB66-CD4D-9963-7A95C781E84F}" srcOrd="1" destOrd="0" presId="urn:microsoft.com/office/officeart/2008/layout/LinedList"/>
    <dgm:cxn modelId="{E0B587CA-5602-FB44-8D8A-2DB0AD2C6310}" type="presParOf" srcId="{01941551-7FE9-F143-9653-F0CEC46BCC69}" destId="{B08DD097-0608-C24B-9BB0-7AB0B8AAF63F}" srcOrd="10" destOrd="0" presId="urn:microsoft.com/office/officeart/2008/layout/LinedList"/>
    <dgm:cxn modelId="{9CE5D926-9583-6D48-8B49-21600C42908E}" type="presParOf" srcId="{01941551-7FE9-F143-9653-F0CEC46BCC69}" destId="{74E65C51-E298-A242-8AA3-7A692B1C0F78}" srcOrd="11" destOrd="0" presId="urn:microsoft.com/office/officeart/2008/layout/LinedList"/>
    <dgm:cxn modelId="{5EE7376C-8BD8-4F44-851D-43A7B5B0C957}" type="presParOf" srcId="{74E65C51-E298-A242-8AA3-7A692B1C0F78}" destId="{DD77FB25-BA9A-B141-A91D-1925C14985C5}" srcOrd="0" destOrd="0" presId="urn:microsoft.com/office/officeart/2008/layout/LinedList"/>
    <dgm:cxn modelId="{0D753D23-CCF2-1448-8D30-9CE2C5E9AF3A}" type="presParOf" srcId="{74E65C51-E298-A242-8AA3-7A692B1C0F78}" destId="{1F0DFE80-F195-FE4B-A72D-CCDFC8D1FDD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BCBE3A-E60B-2C40-ABB7-80BEC9313957}">
      <dsp:nvSpPr>
        <dsp:cNvPr id="0" name=""/>
        <dsp:cNvSpPr/>
      </dsp:nvSpPr>
      <dsp:spPr>
        <a:xfrm>
          <a:off x="0" y="2723"/>
          <a:ext cx="650630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06AD2E-A35E-E94C-8DFF-E0D4D652A627}">
      <dsp:nvSpPr>
        <dsp:cNvPr id="0" name=""/>
        <dsp:cNvSpPr/>
      </dsp:nvSpPr>
      <dsp:spPr>
        <a:xfrm>
          <a:off x="0" y="2723"/>
          <a:ext cx="6506304" cy="92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baseline="0"/>
            <a:t>Manual Tracking Hassles</a:t>
          </a:r>
          <a:endParaRPr lang="en-US" sz="2700" kern="1200"/>
        </a:p>
      </dsp:txBody>
      <dsp:txXfrm>
        <a:off x="0" y="2723"/>
        <a:ext cx="6506304" cy="928732"/>
      </dsp:txXfrm>
    </dsp:sp>
    <dsp:sp modelId="{276BCCCA-0BA6-D24B-BE82-83E6EF74636F}">
      <dsp:nvSpPr>
        <dsp:cNvPr id="0" name=""/>
        <dsp:cNvSpPr/>
      </dsp:nvSpPr>
      <dsp:spPr>
        <a:xfrm>
          <a:off x="0" y="931455"/>
          <a:ext cx="6506304" cy="0"/>
        </a:xfrm>
        <a:prstGeom prst="line">
          <a:avLst/>
        </a:prstGeom>
        <a:solidFill>
          <a:schemeClr val="accent2">
            <a:hueOff val="-33131"/>
            <a:satOff val="-10867"/>
            <a:lumOff val="-3961"/>
            <a:alphaOff val="0"/>
          </a:schemeClr>
        </a:solidFill>
        <a:ln w="34925" cap="flat" cmpd="sng" algn="in">
          <a:solidFill>
            <a:schemeClr val="accent2">
              <a:hueOff val="-33131"/>
              <a:satOff val="-10867"/>
              <a:lumOff val="-39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E817F6-E31A-1747-852E-2633A4443B5B}">
      <dsp:nvSpPr>
        <dsp:cNvPr id="0" name=""/>
        <dsp:cNvSpPr/>
      </dsp:nvSpPr>
      <dsp:spPr>
        <a:xfrm>
          <a:off x="0" y="931455"/>
          <a:ext cx="6506304" cy="92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baseline="0"/>
            <a:t>Lack of Nutritional Awareness</a:t>
          </a:r>
          <a:endParaRPr lang="en-US" sz="2700" kern="1200"/>
        </a:p>
      </dsp:txBody>
      <dsp:txXfrm>
        <a:off x="0" y="931455"/>
        <a:ext cx="6506304" cy="928732"/>
      </dsp:txXfrm>
    </dsp:sp>
    <dsp:sp modelId="{4B0CFD52-43A6-AF48-BECF-6364563EDC67}">
      <dsp:nvSpPr>
        <dsp:cNvPr id="0" name=""/>
        <dsp:cNvSpPr/>
      </dsp:nvSpPr>
      <dsp:spPr>
        <a:xfrm>
          <a:off x="0" y="1860187"/>
          <a:ext cx="6506304" cy="0"/>
        </a:xfrm>
        <a:prstGeom prst="line">
          <a:avLst/>
        </a:prstGeom>
        <a:solidFill>
          <a:schemeClr val="accent2">
            <a:hueOff val="-66262"/>
            <a:satOff val="-21734"/>
            <a:lumOff val="-7921"/>
            <a:alphaOff val="0"/>
          </a:schemeClr>
        </a:solidFill>
        <a:ln w="34925" cap="flat" cmpd="sng" algn="in">
          <a:solidFill>
            <a:schemeClr val="accent2">
              <a:hueOff val="-66262"/>
              <a:satOff val="-21734"/>
              <a:lumOff val="-792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C0734D-73A2-0543-A393-F8D177A79735}">
      <dsp:nvSpPr>
        <dsp:cNvPr id="0" name=""/>
        <dsp:cNvSpPr/>
      </dsp:nvSpPr>
      <dsp:spPr>
        <a:xfrm>
          <a:off x="0" y="1860187"/>
          <a:ext cx="6506304" cy="92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baseline="0"/>
            <a:t>Difficulty in Maintaining Diet Goals</a:t>
          </a:r>
          <a:endParaRPr lang="en-US" sz="2700" kern="1200"/>
        </a:p>
      </dsp:txBody>
      <dsp:txXfrm>
        <a:off x="0" y="1860187"/>
        <a:ext cx="6506304" cy="928732"/>
      </dsp:txXfrm>
    </dsp:sp>
    <dsp:sp modelId="{2271F627-57F6-1A4C-875F-D64B6C230BE4}">
      <dsp:nvSpPr>
        <dsp:cNvPr id="0" name=""/>
        <dsp:cNvSpPr/>
      </dsp:nvSpPr>
      <dsp:spPr>
        <a:xfrm>
          <a:off x="0" y="2788919"/>
          <a:ext cx="6506304" cy="0"/>
        </a:xfrm>
        <a:prstGeom prst="line">
          <a:avLst/>
        </a:prstGeom>
        <a:solidFill>
          <a:schemeClr val="accent2">
            <a:hueOff val="-99392"/>
            <a:satOff val="-32601"/>
            <a:lumOff val="-11882"/>
            <a:alphaOff val="0"/>
          </a:schemeClr>
        </a:solidFill>
        <a:ln w="34925" cap="flat" cmpd="sng" algn="in">
          <a:solidFill>
            <a:schemeClr val="accent2">
              <a:hueOff val="-99392"/>
              <a:satOff val="-32601"/>
              <a:lumOff val="-11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5711CB-D41B-1F4F-9E7F-3872B2743417}">
      <dsp:nvSpPr>
        <dsp:cNvPr id="0" name=""/>
        <dsp:cNvSpPr/>
      </dsp:nvSpPr>
      <dsp:spPr>
        <a:xfrm>
          <a:off x="0" y="2788919"/>
          <a:ext cx="6506304" cy="92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baseline="0"/>
            <a:t>Calorie Counting Confusion</a:t>
          </a:r>
          <a:endParaRPr lang="en-US" sz="2700" kern="1200"/>
        </a:p>
      </dsp:txBody>
      <dsp:txXfrm>
        <a:off x="0" y="2788919"/>
        <a:ext cx="6506304" cy="928732"/>
      </dsp:txXfrm>
    </dsp:sp>
    <dsp:sp modelId="{EFAF4ED0-F891-DC4A-A9FA-59C49A9ECDEB}">
      <dsp:nvSpPr>
        <dsp:cNvPr id="0" name=""/>
        <dsp:cNvSpPr/>
      </dsp:nvSpPr>
      <dsp:spPr>
        <a:xfrm>
          <a:off x="0" y="3717652"/>
          <a:ext cx="6506304" cy="0"/>
        </a:xfrm>
        <a:prstGeom prst="line">
          <a:avLst/>
        </a:prstGeom>
        <a:solidFill>
          <a:schemeClr val="accent2">
            <a:hueOff val="-132523"/>
            <a:satOff val="-43468"/>
            <a:lumOff val="-15842"/>
            <a:alphaOff val="0"/>
          </a:schemeClr>
        </a:solidFill>
        <a:ln w="34925" cap="flat" cmpd="sng" algn="in">
          <a:solidFill>
            <a:schemeClr val="accent2">
              <a:hueOff val="-132523"/>
              <a:satOff val="-43468"/>
              <a:lumOff val="-1584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FF1-DF48-124F-BC20-A96A6EFB24AD}">
      <dsp:nvSpPr>
        <dsp:cNvPr id="0" name=""/>
        <dsp:cNvSpPr/>
      </dsp:nvSpPr>
      <dsp:spPr>
        <a:xfrm>
          <a:off x="0" y="3717652"/>
          <a:ext cx="6506304" cy="92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baseline="0"/>
            <a:t>Unreliable Portion Estimations and lack of information</a:t>
          </a:r>
          <a:endParaRPr lang="en-US" sz="2700" kern="1200"/>
        </a:p>
      </dsp:txBody>
      <dsp:txXfrm>
        <a:off x="0" y="3717652"/>
        <a:ext cx="6506304" cy="928732"/>
      </dsp:txXfrm>
    </dsp:sp>
    <dsp:sp modelId="{B08DD097-0608-C24B-9BB0-7AB0B8AAF63F}">
      <dsp:nvSpPr>
        <dsp:cNvPr id="0" name=""/>
        <dsp:cNvSpPr/>
      </dsp:nvSpPr>
      <dsp:spPr>
        <a:xfrm>
          <a:off x="0" y="4646384"/>
          <a:ext cx="6506304" cy="0"/>
        </a:xfrm>
        <a:prstGeom prst="line">
          <a:avLst/>
        </a:prstGeom>
        <a:solidFill>
          <a:schemeClr val="accent2">
            <a:hueOff val="-165654"/>
            <a:satOff val="-54335"/>
            <a:lumOff val="-19803"/>
            <a:alphaOff val="0"/>
          </a:schemeClr>
        </a:solidFill>
        <a:ln w="34925" cap="flat" cmpd="sng" algn="in">
          <a:solidFill>
            <a:schemeClr val="accent2">
              <a:hueOff val="-165654"/>
              <a:satOff val="-54335"/>
              <a:lumOff val="-1980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7FB25-BA9A-B141-A91D-1925C14985C5}">
      <dsp:nvSpPr>
        <dsp:cNvPr id="0" name=""/>
        <dsp:cNvSpPr/>
      </dsp:nvSpPr>
      <dsp:spPr>
        <a:xfrm>
          <a:off x="0" y="4646384"/>
          <a:ext cx="6506304" cy="92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baseline="0"/>
            <a:t>Diet Management for Busy Lifestyles</a:t>
          </a:r>
          <a:endParaRPr lang="en-US" sz="2700" kern="1200"/>
        </a:p>
      </dsp:txBody>
      <dsp:txXfrm>
        <a:off x="0" y="4646384"/>
        <a:ext cx="6506304" cy="9287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81C89-AC0D-4BFF-9223-D3157C1DDC5B}" type="datetimeFigureOut">
              <a:rPr lang="en-US" smtClean="0"/>
              <a:t>6/9/24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3D7A2-C585-48BF-BF8C-C21FDC051F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662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3A52079-6997-47B8-B262-4ED5D2EA2D74}" type="datetime1">
              <a:rPr lang="en-US" smtClean="0"/>
              <a:t>6/9/24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1ED8-AC2E-4560-8CC9-E6292DDF25B6}" type="datetime1">
              <a:rPr lang="en-US" smtClean="0"/>
              <a:t>6/9/24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238998-10EA-455D-8FDC-3EBC7E198582}" type="datetime1">
              <a:rPr lang="en-US" smtClean="0"/>
              <a:t>6/9/24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4E9B6-2EC2-45E6-A437-DCC674AAC4AF}" type="datetime1">
              <a:rPr lang="en-US" smtClean="0"/>
              <a:t>6/9/24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4FF3-940D-4DDE-86D8-82D5A8663636}" type="datetime1">
              <a:rPr lang="en-US" smtClean="0"/>
              <a:t>6/9/24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55261-7117-41BB-BB79-8C1909625493}" type="datetime1">
              <a:rPr lang="en-US" smtClean="0"/>
              <a:t>6/9/24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04D7-DE7F-414C-8571-0012DE9EFCDB}" type="datetime1">
              <a:rPr lang="en-US" smtClean="0"/>
              <a:t>6/9/24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378FF3-85EA-48E5-8D8C-1DB156807E49}" type="datetime1">
              <a:rPr lang="en-US" smtClean="0"/>
              <a:t>6/9/24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F94F13-1676-4B68-A383-661B657F6E63}" type="datetime1">
              <a:rPr lang="en-US" smtClean="0"/>
              <a:t>6/9/24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C80CA-06EA-4D97-A1EC-F2A229B592C4}" type="datetime1">
              <a:rPr lang="en-US" smtClean="0"/>
              <a:t>6/9/24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60CC4-6CA2-4A99-B83B-711E420D000E}" type="datetime1">
              <a:rPr lang="en-US" smtClean="0"/>
              <a:t>6/9/24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CB83234-995D-4149-8E1E-BC120E9070D5}" type="datetime1">
              <a:rPr lang="en-US" smtClean="0"/>
              <a:t>6/9/24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0CDA5809-5664-4520-ADC8-6959936A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AB467F-9C40-77B2-B520-D0D6BE0FA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76" y="1044959"/>
            <a:ext cx="4331976" cy="4768081"/>
          </a:xfrm>
          <a:prstGeom prst="rect">
            <a:avLst/>
          </a:prstGeom>
        </p:spPr>
      </p:pic>
      <p:sp>
        <p:nvSpPr>
          <p:cNvPr id="59" name="Freeform 6">
            <a:extLst>
              <a:ext uri="{FF2B5EF4-FFF2-40B4-BE49-F238E27FC236}">
                <a16:creationId xmlns:a16="http://schemas.microsoft.com/office/drawing/2014/main" id="{D4C54414-6E76-4C63-9BDF-ED19F3B33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5412340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F8458F3-5D8A-3BED-44F0-EE0DD01FE22F}"/>
              </a:ext>
            </a:extLst>
          </p:cNvPr>
          <p:cNvSpPr txBox="1">
            <a:spLocks/>
          </p:cNvSpPr>
          <p:nvPr/>
        </p:nvSpPr>
        <p:spPr>
          <a:xfrm>
            <a:off x="6138004" y="1480930"/>
            <a:ext cx="5607908" cy="32543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000" cap="all">
                <a:latin typeface="+mj-lt"/>
                <a:ea typeface="+mj-ea"/>
                <a:cs typeface="+mj-cs"/>
              </a:rPr>
              <a:t>MacroSnap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0527F-C5FD-4E9B-9F21-5D1FBA313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8006" y="4804850"/>
            <a:ext cx="5607906" cy="1086237"/>
          </a:xfrm>
        </p:spPr>
        <p:txBody>
          <a:bodyPr vert="horz" lIns="91440" tIns="45720" rIns="91440" bIns="45720" rtlCol="0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>
                <a:solidFill>
                  <a:srgbClr val="EFEDE3"/>
                </a:solidFill>
              </a:rPr>
              <a:t>Aryan, Anish, Tom</a:t>
            </a:r>
          </a:p>
        </p:txBody>
      </p:sp>
    </p:spTree>
    <p:extLst>
      <p:ext uri="{BB962C8B-B14F-4D97-AF65-F5344CB8AC3E}">
        <p14:creationId xmlns:p14="http://schemas.microsoft.com/office/powerpoint/2010/main" val="745576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BC9609-A8AF-411F-A9E0-C3B93C894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39704"/>
            <a:ext cx="3299579" cy="5577840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Problems</a:t>
            </a:r>
            <a:endParaRPr lang="en-US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43C275FF-B0DE-88E7-74B8-1EC5A765D1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3123102"/>
              </p:ext>
            </p:extLst>
          </p:nvPr>
        </p:nvGraphicFramePr>
        <p:xfrm>
          <a:off x="4901472" y="639705"/>
          <a:ext cx="6506304" cy="55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4417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A204626-2220-4678-A939-FD94EA7B5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2287EC-0224-D05F-6738-F9721E0F6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743" y="685800"/>
            <a:ext cx="5958837" cy="1485900"/>
          </a:xfrm>
        </p:spPr>
        <p:txBody>
          <a:bodyPr>
            <a:normAutofit/>
          </a:bodyPr>
          <a:lstStyle/>
          <a:p>
            <a:r>
              <a:rPr lang="en-US" dirty="0"/>
              <a:t>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014BF-0075-6D21-D8FE-BCB04AC65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469" y="1667435"/>
            <a:ext cx="6988024" cy="419996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Uses image recognition for automatic food identification and logging.</a:t>
            </a:r>
          </a:p>
          <a:p>
            <a:r>
              <a:rPr lang="en-US" dirty="0"/>
              <a:t>Provides detailed nutritional information and macro breakdowns for each meal.</a:t>
            </a:r>
          </a:p>
          <a:p>
            <a:r>
              <a:rPr lang="en-US" dirty="0"/>
              <a:t>Simplifies macro tracking with real-time data to help users stay within dietary goals.</a:t>
            </a:r>
          </a:p>
          <a:p>
            <a:r>
              <a:rPr lang="en-US" dirty="0"/>
              <a:t>Automates calorie counting, offering clear and accurate data.</a:t>
            </a:r>
          </a:p>
          <a:p>
            <a:r>
              <a:rPr lang="en-US" dirty="0"/>
              <a:t>Utilizes image recognition for precise portion size and nutritional content estimations.</a:t>
            </a:r>
          </a:p>
          <a:p>
            <a:r>
              <a:rPr lang="en-US" dirty="0"/>
              <a:t>Fast and efficient meal logging via a simple photo, fitting seamlessly into busy schedules.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97D8A6-1C5A-42B6-AE78-F3D0F9BDF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Graphic 6" descr="Fruit Bowl">
            <a:extLst>
              <a:ext uri="{FF2B5EF4-FFF2-40B4-BE49-F238E27FC236}">
                <a16:creationId xmlns:a16="http://schemas.microsoft.com/office/drawing/2014/main" id="{DC32AE90-3FC7-1D83-E393-F9FCDE29C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52340" y="1778834"/>
            <a:ext cx="3299579" cy="329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5F79084-E805-48DA-8EAC-CD5FD493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 descr="A cellphone with a logo on the screen&#10;&#10;Description automatically generated">
            <a:extLst>
              <a:ext uri="{FF2B5EF4-FFF2-40B4-BE49-F238E27FC236}">
                <a16:creationId xmlns:a16="http://schemas.microsoft.com/office/drawing/2014/main" id="{E18BC319-B3F6-D559-4D1A-806732DE0F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8491" b="723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650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5F79084-E805-48DA-8EAC-CD5FD493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 descr="A black smartphone with a white screen&#10;&#10;Description automatically generated">
            <a:extLst>
              <a:ext uri="{FF2B5EF4-FFF2-40B4-BE49-F238E27FC236}">
                <a16:creationId xmlns:a16="http://schemas.microsoft.com/office/drawing/2014/main" id="{BD0F47AF-D92B-64FE-98A6-6AADE05DC8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8421" b="730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EE746A-0EA7-1B71-ED71-622E33BC992B}"/>
              </a:ext>
            </a:extLst>
          </p:cNvPr>
          <p:cNvSpPr txBox="1"/>
          <p:nvPr/>
        </p:nvSpPr>
        <p:spPr>
          <a:xfrm>
            <a:off x="1184770" y="2951946"/>
            <a:ext cx="44794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GOOGLE AUTHENTICATION</a:t>
            </a:r>
          </a:p>
          <a:p>
            <a:r>
              <a:rPr lang="en-US" sz="2800" dirty="0">
                <a:solidFill>
                  <a:schemeClr val="bg1"/>
                </a:solidFill>
              </a:rPr>
              <a:t>&amp; SECURITY FEATURES</a:t>
            </a:r>
          </a:p>
        </p:txBody>
      </p:sp>
    </p:spTree>
    <p:extLst>
      <p:ext uri="{BB962C8B-B14F-4D97-AF65-F5344CB8AC3E}">
        <p14:creationId xmlns:p14="http://schemas.microsoft.com/office/powerpoint/2010/main" val="129455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5F79084-E805-48DA-8EAC-CD5FD493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 descr="A phone with a screen on it&#10;&#10;Description automatically generated">
            <a:extLst>
              <a:ext uri="{FF2B5EF4-FFF2-40B4-BE49-F238E27FC236}">
                <a16:creationId xmlns:a16="http://schemas.microsoft.com/office/drawing/2014/main" id="{445EF2D3-7BA2-26A6-23E8-8C17EFF73F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8931" b="68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8001D6-D903-06E3-17D5-0FE6375DBEB3}"/>
              </a:ext>
            </a:extLst>
          </p:cNvPr>
          <p:cNvSpPr txBox="1"/>
          <p:nvPr/>
        </p:nvSpPr>
        <p:spPr>
          <a:xfrm>
            <a:off x="1204856" y="1874729"/>
            <a:ext cx="503457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TRACKING CALORIES CONSUMED AND REMAINING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TOTAL INTAKE OF CARBS, PROTEIN AND FATS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LOGGING ITEMS</a:t>
            </a:r>
          </a:p>
        </p:txBody>
      </p:sp>
    </p:spTree>
    <p:extLst>
      <p:ext uri="{BB962C8B-B14F-4D97-AF65-F5344CB8AC3E}">
        <p14:creationId xmlns:p14="http://schemas.microsoft.com/office/powerpoint/2010/main" val="26114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5F79084-E805-48DA-8EAC-CD5FD493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 descr="A phone with a screen on it&#10;&#10;Description automatically generated">
            <a:extLst>
              <a:ext uri="{FF2B5EF4-FFF2-40B4-BE49-F238E27FC236}">
                <a16:creationId xmlns:a16="http://schemas.microsoft.com/office/drawing/2014/main" id="{AB0ED126-6C25-9661-AB09-DFF3BD1495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8909" b="682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46F070-6A4F-38B7-A84E-65A86B9D63FE}"/>
              </a:ext>
            </a:extLst>
          </p:cNvPr>
          <p:cNvSpPr txBox="1"/>
          <p:nvPr/>
        </p:nvSpPr>
        <p:spPr>
          <a:xfrm>
            <a:off x="1592132" y="2736503"/>
            <a:ext cx="45038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DEATILED MACRO BREAKDOWN OF EACH FOOD ITEM</a:t>
            </a:r>
          </a:p>
        </p:txBody>
      </p:sp>
    </p:spTree>
    <p:extLst>
      <p:ext uri="{BB962C8B-B14F-4D97-AF65-F5344CB8AC3E}">
        <p14:creationId xmlns:p14="http://schemas.microsoft.com/office/powerpoint/2010/main" val="3672653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5F79084-E805-48DA-8EAC-CD5FD493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 descr="A cellphone with a picture of food on it&#10;&#10;Description automatically generated">
            <a:extLst>
              <a:ext uri="{FF2B5EF4-FFF2-40B4-BE49-F238E27FC236}">
                <a16:creationId xmlns:a16="http://schemas.microsoft.com/office/drawing/2014/main" id="{32AFA351-B839-AAED-72A1-EDD5D2AE9C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8908" b="682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A82A0E-1306-C942-8930-E50ADA82D2B8}"/>
              </a:ext>
            </a:extLst>
          </p:cNvPr>
          <p:cNvSpPr txBox="1"/>
          <p:nvPr/>
        </p:nvSpPr>
        <p:spPr>
          <a:xfrm>
            <a:off x="1043491" y="2736503"/>
            <a:ext cx="47226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AI IMAGE ANALYSIS TO DETECT INFORMATION ABOUT FOOD</a:t>
            </a:r>
          </a:p>
        </p:txBody>
      </p:sp>
    </p:spTree>
    <p:extLst>
      <p:ext uri="{BB962C8B-B14F-4D97-AF65-F5344CB8AC3E}">
        <p14:creationId xmlns:p14="http://schemas.microsoft.com/office/powerpoint/2010/main" val="356224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5F79084-E805-48DA-8EAC-CD5FD493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 descr="A phone with a menu on it&#10;&#10;Description automatically generated">
            <a:extLst>
              <a:ext uri="{FF2B5EF4-FFF2-40B4-BE49-F238E27FC236}">
                <a16:creationId xmlns:a16="http://schemas.microsoft.com/office/drawing/2014/main" id="{0F8D16EC-159D-2494-B449-6750772A8C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8474" b="725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29F743-4336-7666-A151-31F0C76F3096}"/>
              </a:ext>
            </a:extLst>
          </p:cNvPr>
          <p:cNvSpPr txBox="1"/>
          <p:nvPr/>
        </p:nvSpPr>
        <p:spPr>
          <a:xfrm>
            <a:off x="706695" y="2951946"/>
            <a:ext cx="49348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MANUAL SEARCHING AND VOICE SEARCH</a:t>
            </a:r>
          </a:p>
        </p:txBody>
      </p:sp>
    </p:spTree>
    <p:extLst>
      <p:ext uri="{BB962C8B-B14F-4D97-AF65-F5344CB8AC3E}">
        <p14:creationId xmlns:p14="http://schemas.microsoft.com/office/powerpoint/2010/main" val="3563611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5F79084-E805-48DA-8EAC-CD5FD493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 descr="A phone with a screen on&#10;&#10;Description automatically generated with medium confidence">
            <a:extLst>
              <a:ext uri="{FF2B5EF4-FFF2-40B4-BE49-F238E27FC236}">
                <a16:creationId xmlns:a16="http://schemas.microsoft.com/office/drawing/2014/main" id="{4F19ECA0-C3A6-8CED-21C8-0414051FEA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7775" b="795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A12000-91DB-2A89-F354-1239B2A618FC}"/>
              </a:ext>
            </a:extLst>
          </p:cNvPr>
          <p:cNvSpPr txBox="1"/>
          <p:nvPr/>
        </p:nvSpPr>
        <p:spPr>
          <a:xfrm>
            <a:off x="909226" y="1874728"/>
            <a:ext cx="554012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EDIT PROFILE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CHECK NOTIFICATION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GAIN INSIGHTS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CHANGE IN GRAPH COLOR ACCORDING TO THE TYPE OF COLOR BLINDNESS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CHANGE IN FONT SIZE</a:t>
            </a:r>
          </a:p>
        </p:txBody>
      </p:sp>
    </p:spTree>
    <p:extLst>
      <p:ext uri="{BB962C8B-B14F-4D97-AF65-F5344CB8AC3E}">
        <p14:creationId xmlns:p14="http://schemas.microsoft.com/office/powerpoint/2010/main" val="394663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5F79084-E805-48DA-8EAC-CD5FD493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 descr="A phone with a graph on it&#10;&#10;Description automatically generated">
            <a:extLst>
              <a:ext uri="{FF2B5EF4-FFF2-40B4-BE49-F238E27FC236}">
                <a16:creationId xmlns:a16="http://schemas.microsoft.com/office/drawing/2014/main" id="{16003056-B20F-3AE1-9914-ED7A792B02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8575" b="715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0A49B2-7D74-BD43-8268-9DF88E4F7F14}"/>
              </a:ext>
            </a:extLst>
          </p:cNvPr>
          <p:cNvSpPr txBox="1"/>
          <p:nvPr/>
        </p:nvSpPr>
        <p:spPr>
          <a:xfrm>
            <a:off x="706695" y="2521059"/>
            <a:ext cx="56692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GRAPHICAL BREAKDOWN OF DAILY MARCO CONSUMPTION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SET CALORIE GOALS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IN DEPTH ANALYSIS</a:t>
            </a:r>
          </a:p>
        </p:txBody>
      </p:sp>
    </p:spTree>
    <p:extLst>
      <p:ext uri="{BB962C8B-B14F-4D97-AF65-F5344CB8AC3E}">
        <p14:creationId xmlns:p14="http://schemas.microsoft.com/office/powerpoint/2010/main" val="2658818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9A38F-9A2C-42E5-9013-4C4B1FFCB4F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8C45FB24-BEC6-4D44-888B-84AEBBA2DC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ECF6D8-9EA4-45A1-AFEB-B7C326AF08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531</TotalTime>
  <Words>181</Words>
  <Application>Microsoft Macintosh PowerPoint</Application>
  <PresentationFormat>Widescreen</PresentationFormat>
  <Paragraphs>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Franklin Gothic Book</vt:lpstr>
      <vt:lpstr>Crop</vt:lpstr>
      <vt:lpstr>PowerPoint Presentation</vt:lpstr>
      <vt:lpstr>Problems</vt:lpstr>
      <vt:lpstr>Solutions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Punit Khanna</dc:creator>
  <cp:lastModifiedBy>Punit Khanna</cp:lastModifiedBy>
  <cp:revision>10</cp:revision>
  <dcterms:created xsi:type="dcterms:W3CDTF">2024-06-09T03:27:13Z</dcterms:created>
  <dcterms:modified xsi:type="dcterms:W3CDTF">2024-06-10T00:43:27Z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